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3" autoAdjust="0"/>
    <p:restoredTop sz="94660"/>
  </p:normalViewPr>
  <p:slideViewPr>
    <p:cSldViewPr snapToGrid="0">
      <p:cViewPr>
        <p:scale>
          <a:sx n="100" d="100"/>
          <a:sy n="100" d="100"/>
        </p:scale>
        <p:origin x="2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F6D6E-2942-9CB1-7F45-31B5C911D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58FC7A-DFAE-D8F9-F645-7EECDF7D7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E75530-BAAD-4A63-B9AE-10802E93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2A783-E330-DCEE-CA56-3E4C00E95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554025-DD2F-796E-D052-EBF45193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627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7A179-E45E-DED3-447B-9CC714AB4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8980AD-984B-227A-1CEE-F1FFFAFAE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6252ED-F801-9756-84DF-86699720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4C2CE-7621-BD01-1C46-5C500F0BA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4C6981-DACC-8765-42FC-096DE60E8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63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140A9C-A777-AF78-FB74-4E3CA97E4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62153D-51C6-7C8D-ED28-F4DBFECD2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989EC6-576A-EE2B-1299-DBC573F26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19D9E2-2F4E-A95F-D88B-C95318363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D8A59A-C26F-EF7B-1EC9-D2D27DC2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18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1343C-9A9B-9CD3-E4FF-3907ACDB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A1FDF1-398B-C630-D6AB-F4BE93D0C9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CB2644-D346-3C2D-D7BD-9A69D193A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A89CAA-2FF6-4040-EA0D-1DF6A661A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F5B700-DF84-697C-D93F-446193C27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91E23F-E24F-EDC0-5AEA-901CF8D2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847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3FB621-8DD7-CC1F-F404-485FBF28C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861948-53E7-960A-3488-800EE111E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4C4040-0296-868A-621E-CC708BBE2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A3BEA05-5034-0137-F64D-0C27D8F68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88EFD24-2384-6E8E-396E-84CA4B3A6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3A049A-E5ED-0487-FDCD-95905A3EA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F5FB91-A04D-182E-E4DB-6B073AAD0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8344CBB-3BF3-6EF6-3C9F-A4107305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065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273FBF-0D2A-2C32-0B61-A561396DE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2C12E7-AFB3-8FE9-B0D6-52689D2C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F74F3D-05C8-EC09-21AD-33F93AB12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15AE29A-E4BE-42F7-5489-DCA6F707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85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9590A8-4A61-278A-41F0-A875DD84E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9097BB-60D6-1743-7766-84E893043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236BFA-A76F-A771-9504-737769D7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209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F9CAA-30BC-D709-26DE-00612858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E80122-8CB0-E00E-9E11-AE2CA1FE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30C571-5DB5-9A23-1AD1-E622C3EAC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8003C-7FBC-DB96-BCCA-613A82054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AAC958-4E7B-C535-E7A8-6679A9019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953C2D-968C-B83F-5C72-9E83160A7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8498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A9D62-8654-6EEA-7A88-CD531432C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D48811F-3DFF-061C-2273-8C51479C8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62B965-3405-CD39-7FA0-05CAD9039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7B377E-6C09-1994-3C26-4BF35FB35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61BDF8-5E06-9C97-88E4-3C37C240F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FE6EB7-AE0D-C98C-1502-D22FC446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16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FDF71-C479-4701-613D-3495BF984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0DCC5B-520B-C716-9BB2-4FED1B58E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69A4E0-EA2C-490D-5C82-FCEAA6AD5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E42CF5-E982-67B6-B1BE-57C4F083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D40FC6-A48F-EA1F-9700-A54B452CB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101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E77CED-55F0-AE06-1149-F0077AAACD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D7E678-1952-3494-AECD-1E63293FA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1AD549-37C3-A702-C708-86D3338A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3AAEC8-FAB1-60E1-ABE6-1920EC578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E958DE-0684-F7C3-5637-565967D1D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552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21ABB92-BE4C-BA71-4C89-E7D672883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EE26CF-6808-085A-086E-7697360E1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B62AA4-9CBB-75AC-8FC1-B52A6CB79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42A38-F5C7-42F9-A2A0-326C1B78B356}" type="datetimeFigureOut">
              <a:rPr lang="ko-KR" altLang="en-US" smtClean="0"/>
              <a:t>2026-08-11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839DC2-2928-56CA-72DB-61AD82B17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76B938-0365-E910-447D-794225E4E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DF2FC5-DA89-4331-96A0-BB33BB5162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544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D27D499-5DF4-3FCD-34AB-08B8DBDBC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1643" y="0"/>
            <a:ext cx="3241563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CE6F2B6-F58F-7078-B8B6-92AFD055ED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543" y="0"/>
            <a:ext cx="32415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730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2026-08-11T09:12:41Z</dcterms:created>
  <dcterms:modified xsi:type="dcterms:W3CDTF">2026-08-11T09:12:50Z</dcterms:modified>
</cp:coreProperties>
</file>